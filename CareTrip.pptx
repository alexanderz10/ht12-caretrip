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PT Mono" panose="02060509020205020204" pitchFamily="49" charset="-52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ml5qiCSj3k9PFfL3kPWsBeWI5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1971675" y="2190750"/>
            <a:ext cx="56578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 dirty="0" err="1">
                <a:solidFill>
                  <a:srgbClr val="FFFFFF"/>
                </a:solidFill>
                <a:latin typeface="PT Mono"/>
                <a:ea typeface="Calibri"/>
                <a:cs typeface="Calibri"/>
                <a:sym typeface="PT Mono"/>
              </a:rPr>
              <a:t>CareTrip</a:t>
            </a:r>
            <a:endParaRPr sz="5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857499" y="2952750"/>
            <a:ext cx="448094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T Mono"/>
              <a:buNone/>
            </a:pPr>
            <a:r>
              <a:rPr lang="en-US" sz="4000" dirty="0">
                <a:solidFill>
                  <a:srgbClr val="FFFFFF"/>
                </a:solidFill>
                <a:latin typeface="PT Mono"/>
                <a:ea typeface="Calibri"/>
                <a:cs typeface="Calibri"/>
                <a:sym typeface="PT Mono"/>
              </a:rPr>
              <a:t>triple-</a:t>
            </a:r>
            <a:r>
              <a:rPr lang="en-US" sz="4000" dirty="0" err="1">
                <a:solidFill>
                  <a:srgbClr val="FFFFFF"/>
                </a:solidFill>
                <a:latin typeface="PT Mono"/>
                <a:ea typeface="Calibri"/>
                <a:cs typeface="Calibri"/>
                <a:sym typeface="PT Mono"/>
              </a:rPr>
              <a:t>drible</a:t>
            </a:r>
            <a:endParaRPr sz="3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00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A green circle with lines and circl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84762" y="-4019608"/>
            <a:ext cx="7880257" cy="7532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" descr="A green circle with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328588" y="-2078551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1450" y="0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811577" y="1766888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и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настоящите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решения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 descr="A yellow circle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571750"/>
            <a:ext cx="232410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2826403" y="2147888"/>
            <a:ext cx="2944905" cy="61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bg-BG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Нашата</a:t>
            </a: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идея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4" descr="A green circle with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590070" y="-5959528"/>
            <a:ext cx="9286035" cy="92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1438" y="1900238"/>
            <a:ext cx="5262563" cy="3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0982" y="1173817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0993" y="235884"/>
            <a:ext cx="1081088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995503" y="222436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bg-BG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Нашето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решение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4" descr="A black and gold circle with a dot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63713" y="2011875"/>
            <a:ext cx="6160575" cy="616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640556" y="208871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работи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bg-BG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нашия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проект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?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5" descr="A green circle with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circular logo with a black background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1" y="10085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6" descr="A black circle with yellow lin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35048" y="2158626"/>
            <a:ext cx="8979179" cy="8979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 descr="A green circle with lines and dot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85594" y="1730001"/>
            <a:ext cx="5550087" cy="55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2428875" y="1109663"/>
            <a:ext cx="4291013" cy="1462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5275" y="2405063"/>
            <a:ext cx="4276725" cy="273843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640556" y="183356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Демо</a:t>
            </a:r>
            <a:r>
              <a:rPr lang="en-US" sz="525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sz="5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 descr="A black circle with yellow lin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114977" y="2000250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 descr="A screen shot of a clock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7488" y="2390775"/>
            <a:ext cx="2576513" cy="270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 на работа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8" descr="A green circle with a black background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466225" y="31289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338" y="2962275"/>
            <a:ext cx="27241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Вашето преживяване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1100138" y="1400175"/>
            <a:ext cx="5576888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bg-BG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Нашия</a:t>
            </a: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екип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40625"/>
              </a:lnSpc>
              <a:buClr>
                <a:srgbClr val="FFFFFF"/>
              </a:buClr>
              <a:buSzPts val="2400"/>
            </a:pP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bg-BG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Нашия</a:t>
            </a: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ментор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24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Какво</a:t>
            </a: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научих</a:t>
            </a:r>
            <a:r>
              <a:rPr lang="bg-BG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ме</a:t>
            </a: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от</a:t>
            </a: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Хакатона</a:t>
            </a:r>
            <a:r>
              <a:rPr lang="en-US" sz="24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?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9" descr="A black and gold circle with black lin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 descr="A circular object with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вниманието!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Презентация на цял екран (16:9)</PresentationFormat>
  <Paragraphs>25</Paragraphs>
  <Slides>10</Slides>
  <Notes>10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4" baseType="lpstr">
      <vt:lpstr>PT Mono</vt:lpstr>
      <vt:lpstr>Calibri</vt:lpstr>
      <vt:lpstr>Arial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User</cp:lastModifiedBy>
  <cp:revision>1</cp:revision>
  <dcterms:created xsi:type="dcterms:W3CDTF">2026-01-15T12:11:17Z</dcterms:created>
  <dcterms:modified xsi:type="dcterms:W3CDTF">2026-03-28T03:53:11Z</dcterms:modified>
</cp:coreProperties>
</file>