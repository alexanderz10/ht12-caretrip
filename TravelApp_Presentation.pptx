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TravelApp</a:t>
            </a:r>
          </a:p>
          <a:p>
            <a:r>
              <a:t>Отбор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Имена на отбора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Проблемът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Планирането на пътувания е сложно</a:t>
            </a:r>
          </a:p>
          <a:p>
            <a:r>
              <a:t>Използват се много приложения</a:t>
            </a:r>
          </a:p>
          <a:p>
            <a:r>
              <a:t>Липсва координация между хората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Създаване на all-in-one travel приложение</a:t>
            </a:r>
          </a:p>
          <a:p>
            <a:r>
              <a:t>Планиране + групи + плащания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Идея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planner</a:t>
            </a:r>
          </a:p>
          <a:p>
            <a:r>
              <a:t>Групови чатове</a:t>
            </a:r>
          </a:p>
          <a:p>
            <a:r>
              <a:t>Споделяне на трипове</a:t>
            </a:r>
          </a:p>
          <a:p>
            <a:r>
              <a:t>Split на разходи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Решение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Една платформа за всичко</a:t>
            </a:r>
          </a:p>
          <a:p>
            <a:r>
              <a:t>Планиране, комуникация, плащания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работи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Регистрация</a:t>
            </a:r>
          </a:p>
          <a:p>
            <a:r>
              <a:t>AI предложения</a:t>
            </a:r>
          </a:p>
          <a:p>
            <a:r>
              <a:t>Създаване на групи</a:t>
            </a:r>
          </a:p>
          <a:p>
            <a:r>
              <a:t>Плащания и split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Демо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Показване на приложението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Native + Expo</a:t>
            </a:r>
          </a:p>
          <a:p>
            <a:r>
              <a:t>Firebase</a:t>
            </a:r>
          </a:p>
          <a:p>
            <a:r>
              <a:t>Stripe</a:t>
            </a:r>
          </a:p>
          <a:p>
            <a:r>
              <a:t>TypeScript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Процес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Идея → разработка → интеграция → тестове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Преживяване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Работа в екип</a:t>
            </a:r>
          </a:p>
          <a:p>
            <a:r>
              <a:t>Нови технологии</a:t>
            </a:r>
          </a:p>
          <a:p>
            <a:r>
              <a:t>Hackathon опит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Благодарим!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Благодарим ви за вниманието!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